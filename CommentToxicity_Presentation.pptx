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Arial"/>
              </a:rPr>
              <a:t>Validation Loss Over Training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Loss per Epoch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Epoch 1</c:v>
                  </c:pt>
                  <c:pt idx="1">
                    <c:v>Epoch 2</c:v>
                  </c:pt>
                  <c:pt idx="2">
                    <c:v>Epoch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0.082</c:v>
                </c:pt>
                <c:pt idx="1">
                  <c:v>0.061</c:v>
                </c:pt>
                <c:pt idx="2">
                  <c:v>0.049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3A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3A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914400"/>
            <a:ext cx="1097280" cy="1280160"/>
          </a:xfrm>
          <a:prstGeom prst="roundRect">
            <a:avLst>
              <a:gd name="adj" fmla="val 12500"/>
            </a:avLst>
          </a:prstGeom>
          <a:solidFill>
            <a:srgbClr val="4FC3F7">
              <a:alpha val="80000"/>
            </a:srgbClr>
          </a:solidFill>
          <a:ln w="254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86868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🛡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377440" y="10058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Toxicity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377440" y="17830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Dashboard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377440" y="2606040"/>
            <a:ext cx="594360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2788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NLP  ·  PyTorch  ·  Streamlit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377440" y="3291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LSTM  |  6-Label Multi-Class Classification  |  159,571 Training Comments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Jigsaw Toxic Comment Classification  ·  Google Colab T4 GPU Training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online toxicity detection matter?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046720" cy="594360"/>
          </a:xfrm>
          <a:prstGeom prst="rect">
            <a:avLst/>
          </a:prstGeom>
          <a:solidFill>
            <a:srgbClr val="F0F4FF"/>
          </a:solidFill>
          <a:ln w="6350">
            <a:solidFill>
              <a:srgbClr val="D0D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49047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comments posted daily on social platforms — manual review is impossible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67128"/>
            <a:ext cx="8046720" cy="594360"/>
          </a:xfrm>
          <a:prstGeom prst="rect">
            <a:avLst/>
          </a:prstGeom>
          <a:solidFill>
            <a:srgbClr val="F0F4FF"/>
          </a:solidFill>
          <a:ln w="6350">
            <a:solidFill>
              <a:srgbClr val="D0D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22402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content causes psychological harm to users and communities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916936"/>
            <a:ext cx="8046720" cy="594360"/>
          </a:xfrm>
          <a:prstGeom prst="rect">
            <a:avLst/>
          </a:prstGeom>
          <a:solidFill>
            <a:srgbClr val="F0F4FF"/>
          </a:solidFill>
          <a:ln w="6350">
            <a:solidFill>
              <a:srgbClr val="D0D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962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99008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detection enables platforms to moderate at scale in real time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666744"/>
            <a:ext cx="8046720" cy="594360"/>
          </a:xfrm>
          <a:prstGeom prst="rect">
            <a:avLst/>
          </a:prstGeom>
          <a:solidFill>
            <a:srgbClr val="F0F4FF"/>
          </a:solidFill>
          <a:ln w="6350">
            <a:solidFill>
              <a:srgbClr val="D0D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712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3739896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classification catches overlapping toxicity types simultaneously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Toxicity Detection  ·  Deep Learning NLP Project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1188720"/>
          </a:xfrm>
          <a:prstGeom prst="rect">
            <a:avLst/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159,571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Comments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0592" y="914400"/>
            <a:ext cx="1920240" cy="1188720"/>
          </a:xfrm>
          <a:prstGeom prst="rect">
            <a:avLst/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50592" y="15727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Toxicity Labels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914400"/>
            <a:ext cx="1920240" cy="1188720"/>
          </a:xfrm>
          <a:prstGeom prst="rect">
            <a:avLst/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26864" y="15727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Tokens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03136" y="914400"/>
            <a:ext cx="1920240" cy="1188720"/>
          </a:xfrm>
          <a:prstGeom prst="rect">
            <a:avLst/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03136" y="15727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Sequence Length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Toxicity Categories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" y="2788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20240" y="2834640"/>
            <a:ext cx="3840480" cy="201168"/>
          </a:xfrm>
          <a:prstGeom prst="rect">
            <a:avLst/>
          </a:prstGeom>
          <a:solidFill>
            <a:srgbClr val="DCE8FF"/>
          </a:solidFill>
          <a:ln w="12700">
            <a:solidFill>
              <a:srgbClr val="DCE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0240" y="2834640"/>
            <a:ext cx="3686861" cy="20116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278892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1363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Toxic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920240" y="3182112"/>
            <a:ext cx="3840480" cy="201168"/>
          </a:xfrm>
          <a:prstGeom prst="rect">
            <a:avLst/>
          </a:prstGeom>
          <a:solidFill>
            <a:srgbClr val="DCE8FF"/>
          </a:solidFill>
          <a:ln w="12700">
            <a:solidFill>
              <a:srgbClr val="DCE8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0240" y="3182112"/>
            <a:ext cx="384048" cy="20116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313639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348386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Obscene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920240" y="3529584"/>
            <a:ext cx="3840480" cy="201168"/>
          </a:xfrm>
          <a:prstGeom prst="rect">
            <a:avLst/>
          </a:prstGeom>
          <a:solidFill>
            <a:srgbClr val="DCE8FF"/>
          </a:solidFill>
          <a:ln w="12700">
            <a:solidFill>
              <a:srgbClr val="DCE8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0240" y="3529584"/>
            <a:ext cx="2035454" cy="20116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348386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83133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920240" y="3877056"/>
            <a:ext cx="3840480" cy="201168"/>
          </a:xfrm>
          <a:prstGeom prst="rect">
            <a:avLst/>
          </a:prstGeom>
          <a:solidFill>
            <a:srgbClr val="DCE8FF"/>
          </a:solidFill>
          <a:ln w="12700">
            <a:solidFill>
              <a:srgbClr val="DCE8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20240" y="3877056"/>
            <a:ext cx="137160" cy="20116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0" y="383133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41788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920240" y="4224528"/>
            <a:ext cx="3840480" cy="201168"/>
          </a:xfrm>
          <a:prstGeom prst="rect">
            <a:avLst/>
          </a:prstGeom>
          <a:solidFill>
            <a:srgbClr val="DCE8FF"/>
          </a:solidFill>
          <a:ln w="12700">
            <a:solidFill>
              <a:srgbClr val="DCE8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20240" y="4224528"/>
            <a:ext cx="1881835" cy="20116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0" y="417880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" y="45262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Hate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920240" y="4572000"/>
            <a:ext cx="3840480" cy="201168"/>
          </a:xfrm>
          <a:prstGeom prst="rect">
            <a:avLst/>
          </a:prstGeom>
          <a:solidFill>
            <a:srgbClr val="DCE8FF"/>
          </a:solidFill>
          <a:ln w="12700">
            <a:solidFill>
              <a:srgbClr val="DCE8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20240" y="4572000"/>
            <a:ext cx="345643" cy="20116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52160" y="452628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0.9%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2331720"/>
            <a:ext cx="2651760" cy="237744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309360" y="2423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309360" y="2816352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Jigsaw Toxic Comment
Classification Challenge
</a:t>
            </a:r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Kaggle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talk page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dataset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binary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task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Toxicity Detection  ·  Deep Learning NLP Project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0" y="841248"/>
            <a:ext cx="6400800" cy="438912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63040" y="87782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Text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80560" y="87782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comment string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80560" y="1280160"/>
            <a:ext cx="45720" cy="12801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408176"/>
            <a:ext cx="6400800" cy="43891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63040" y="14447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14447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lookup · padding to 200 tokens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847088"/>
            <a:ext cx="45720" cy="12801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1975104"/>
            <a:ext cx="6400800" cy="43891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63040" y="2011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20,001 × 128 dimensions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2414016"/>
            <a:ext cx="45720" cy="12801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2542032"/>
            <a:ext cx="6400800" cy="43891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463040" y="25786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LSTM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25786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units × 2 directions = 128 output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0" y="2980944"/>
            <a:ext cx="45720" cy="12801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3108960"/>
            <a:ext cx="640080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463040" y="314553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Max Pooling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0" y="314553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most important features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80560" y="3547872"/>
            <a:ext cx="45720" cy="12801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71600" y="3675888"/>
            <a:ext cx="6400800" cy="438912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463040" y="371246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Dropout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80560" y="371246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units ReLU · Dropout 0.2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80560" y="4114800"/>
            <a:ext cx="45720" cy="12801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0" y="4242816"/>
            <a:ext cx="6400800" cy="4389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463040" y="42793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80560" y="42793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Sigmoid outputs → toxicity scores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Toxicity Detection  ·  Deep Learning NLP Project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347472"/>
          </a:xfrm>
          <a:prstGeom prst="rect">
            <a:avLst/>
          </a:prstGeom>
          <a:solidFill>
            <a:srgbClr val="EE4C2C"/>
          </a:solidFill>
          <a:ln w="12700">
            <a:solidFill>
              <a:srgbClr val="EE4C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509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PyTorch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5331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neural network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definition &amp;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management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82112" y="91440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82112" y="914400"/>
            <a:ext cx="2743200" cy="34747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73552" y="9509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Streamlit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9272" y="135331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real-time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UI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9904" y="91440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9904" y="914400"/>
            <a:ext cx="2743200" cy="347472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1344" y="9509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3.10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27064" y="135331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model training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app logic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34640"/>
            <a:ext cx="2743200" cy="347472"/>
          </a:xfrm>
          <a:prstGeom prst="rect">
            <a:avLst/>
          </a:prstGeom>
          <a:solidFill>
            <a:srgbClr val="3F4F75"/>
          </a:solidFill>
          <a:ln w="12700">
            <a:solidFill>
              <a:srgbClr val="3F4F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712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Plotly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27355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bar charts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toxicity score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82112" y="283464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82112" y="2834640"/>
            <a:ext cx="2743200" cy="347472"/>
          </a:xfrm>
          <a:prstGeom prst="rect">
            <a:avLst/>
          </a:prstGeom>
          <a:solidFill>
            <a:srgbClr val="013243"/>
          </a:solidFill>
          <a:ln w="12700">
            <a:solidFill>
              <a:srgbClr val="0132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73552" y="28712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 NumPy / Pandas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19272" y="327355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inference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CSV handling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89904" y="283464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9904" y="2834640"/>
            <a:ext cx="2743200" cy="347472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81344" y="28712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Google Colab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27064" y="327355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GPU training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 per run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Toxicity Detection  ·  Deep Learning NLP Project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56616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3268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Single Comment Analysis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 comment and click Predict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scores for all 6 categories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results (red/amber/green)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Plotly bar chart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threshold slider (10–90%)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914400"/>
            <a:ext cx="4023360" cy="356616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914400"/>
            <a:ext cx="4023360" cy="457200"/>
          </a:xfrm>
          <a:prstGeom prst="rect">
            <a:avLst/>
          </a:prstGeom>
          <a:solidFill>
            <a:srgbClr val="1D6A96"/>
          </a:solidFill>
          <a:ln w="12700">
            <a:solidFill>
              <a:srgbClr val="1D6A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93268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Bulk CSV Analysis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481328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CSV with comment_text column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 in groups of 256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thousands of comments at once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added as new columns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full results as CSV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Toxicity Detection  ·  Deep Learning NLP Project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Process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78992"/>
            <a:ext cx="457200" cy="457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train.csv with 159,571 comments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binary label columns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82112" y="9144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9272" y="1078992"/>
            <a:ext cx="457200" cy="457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078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67912" y="1097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19272" y="16459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+ remove punctuation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20,000 token vocabulary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9904" y="9144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27064" y="1078992"/>
            <a:ext cx="457200" cy="457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1078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75704" y="1097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27064" y="16459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words → integer IDs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Pad/truncate to 200 tokens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7432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2907792"/>
            <a:ext cx="457200" cy="457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907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2926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DataLoader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34747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90/10 train/validation split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 64 comments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82112" y="27432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19272" y="2907792"/>
            <a:ext cx="457200" cy="457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9272" y="2907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67912" y="2926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Loop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19272" y="34747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epochs · Adam optimizer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loss · ~15 min on T4 GPU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9904" y="27432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27064" y="2907792"/>
            <a:ext cx="457200" cy="457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27064" y="2907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75704" y="2926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27064" y="34747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model.state_dict() as .pt file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vocab.pkl for inference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Toxicity Detection  ·  Deep Learning NLP Project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Key Learnings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120640" y="914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120640" y="1371600"/>
            <a:ext cx="3749040" cy="384048"/>
          </a:xfrm>
          <a:prstGeom prst="rect">
            <a:avLst/>
          </a:prstGeom>
          <a:solidFill>
            <a:srgbClr val="F0F4FF"/>
          </a:solidFill>
          <a:ln w="6350">
            <a:solidFill>
              <a:srgbClr val="D0DC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212080" y="140817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PyTorch BiLSTM successfully replaces Keras with identical architecture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120640" y="1847088"/>
            <a:ext cx="3749040" cy="384048"/>
          </a:xfrm>
          <a:prstGeom prst="rect">
            <a:avLst/>
          </a:prstGeom>
          <a:solidFill>
            <a:srgbClr val="F0F4FF"/>
          </a:solidFill>
          <a:ln w="6350">
            <a:solidFill>
              <a:srgbClr val="D0DC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12080" y="188366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Global Max Pooling outperforms average pooling for toxicity tasks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120640" y="2322576"/>
            <a:ext cx="3749040" cy="384048"/>
          </a:xfrm>
          <a:prstGeom prst="rect">
            <a:avLst/>
          </a:prstGeom>
          <a:solidFill>
            <a:srgbClr val="F0F4FF"/>
          </a:solidFill>
          <a:ln w="6350">
            <a:solidFill>
              <a:srgbClr val="D0DC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12080" y="23591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Custom tokenizer matches Keras TextVectorization behaviour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120640" y="2798064"/>
            <a:ext cx="3749040" cy="384048"/>
          </a:xfrm>
          <a:prstGeom prst="rect">
            <a:avLst/>
          </a:prstGeom>
          <a:solidFill>
            <a:srgbClr val="F0F4FF"/>
          </a:solidFill>
          <a:ln w="6350">
            <a:solidFill>
              <a:srgbClr val="D0DC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12080" y="2834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Batch inference (256 at a time) handles large CSVs efficiently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120640" y="3273552"/>
            <a:ext cx="3749040" cy="384048"/>
          </a:xfrm>
          <a:prstGeom prst="rect">
            <a:avLst/>
          </a:prstGeom>
          <a:solidFill>
            <a:srgbClr val="F0F4FF"/>
          </a:solidFill>
          <a:ln w="6350">
            <a:solidFill>
              <a:srgbClr val="D0DC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12080" y="33101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T4 GPU reduces training time from hours to ~15 minutes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120640" y="3749040"/>
            <a:ext cx="3749040" cy="384048"/>
          </a:xfrm>
          <a:prstGeom prst="rect">
            <a:avLst/>
          </a:prstGeom>
          <a:solidFill>
            <a:srgbClr val="F0F4FF"/>
          </a:solidFill>
          <a:ln w="6350">
            <a:solidFill>
              <a:srgbClr val="D0DC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12080" y="37856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Installing packages to D: drive bypasses C: space limitations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Toxicity Detection  ·  Deep Learning NLP Project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058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Toxicity Detection Dashboard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0" y="2633472"/>
            <a:ext cx="457200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34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 ·  Streamlit  ·  Google Colab  ·  BiLSTM  ·  NLP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4622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github.com/your-username/Comment_Toxicity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Comment Toxicity Detection</dc:title>
  <dc:subject>PptxGenJS Presentation</dc:subject>
  <dc:creator>PptxGenJS</dc:creator>
  <cp:lastModifiedBy>PptxGenJS</cp:lastModifiedBy>
  <cp:revision>1</cp:revision>
  <dcterms:created xsi:type="dcterms:W3CDTF">2026-04-09T22:22:43Z</dcterms:created>
  <dcterms:modified xsi:type="dcterms:W3CDTF">2026-04-09T22:22:43Z</dcterms:modified>
</cp:coreProperties>
</file>